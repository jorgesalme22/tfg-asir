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C3FC5">
              <a:alpha val="40000"/>
            </a:srgbClr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E040A0">
              <a:alpha val="35000"/>
            </a:srgbClr>
          </a:solidFill>
          <a:ln w="12700">
            <a:solidFill>
              <a:srgbClr val="E040A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314700"/>
            <a:ext cx="1828800" cy="1828800"/>
          </a:xfrm>
          <a:prstGeom prst="ellipse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 TFG · ASIR 202</a:t>
            </a:r>
            <a:r>
              <a:rPr lang="es-ES" altLang="en-US" sz="900" b="1" dirty="0">
                <a:solidFill>
                  <a:srgbClr val="1A1A2E"/>
                </a:solidFill>
              </a:rPr>
              <a:t>6</a:t>
            </a:r>
            <a:endParaRPr lang="es-ES" altLang="en-US" sz="900" b="1" dirty="0">
              <a:solidFill>
                <a:srgbClr val="1A1A2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CoreSupport</a:t>
            </a:r>
            <a:endParaRPr lang="es-ES" altLang="en-US" sz="5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6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Gestión inteligente de incidencias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6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 empresas modernas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2004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Jorge Salmerón Carrasco  ·  202</a:t>
            </a:r>
            <a:r>
              <a:rPr lang="es-ES" altLang="en-US" sz="1300" dirty="0">
                <a:solidFill>
                  <a:srgbClr val="66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300" dirty="0">
                <a:solidFill>
                  <a:srgbClr val="66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/202</a:t>
            </a:r>
            <a:r>
              <a:rPr lang="es-ES" altLang="en-US" sz="1300" dirty="0">
                <a:solidFill>
                  <a:srgbClr val="66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s-ES" altLang="en-US" sz="1300" dirty="0">
              <a:solidFill>
                <a:srgbClr val="6666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OpenLDAP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GLPI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Flask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Python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BIND9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36576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A2A4A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65760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E8"/>
                </a:solidFill>
              </a:rPr>
              <a:t>HTTPS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¿Cuál es el problema?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188720"/>
            <a:ext cx="822960" cy="82296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188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Gestión por correo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88"/>
                </a:solidFill>
              </a:rPr>
              <a:t>Las incidencias se mandan por email</a:t>
            </a:r>
            <a:r>
              <a:rPr lang="es-ES" altLang="en-US" sz="1200" dirty="0">
                <a:solidFill>
                  <a:srgbClr val="666688"/>
                </a:solidFill>
              </a:rPr>
              <a:t>, Teams e incluso</a:t>
            </a:r>
            <a:r>
              <a:rPr lang="en-US" sz="1200" dirty="0">
                <a:solidFill>
                  <a:srgbClr val="666688"/>
                </a:solidFill>
              </a:rPr>
              <a:t> WhatsApp. Se pierden, no hay trazabilidad y nadie sabe qué está pendiente.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188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Contraseñas por doquier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88"/>
                </a:solidFill>
              </a:rPr>
              <a:t>Cada aplicación tiene su propio usuario. Cuando alguien se va de la empresa hay que recordar desactivarlo en 10 sitios.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188720"/>
            <a:ext cx="822960" cy="82296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188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Sin métricas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3774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88"/>
                </a:solidFill>
              </a:rPr>
              <a:t>Es imposible saber cuánto tarda el equipo en resolver, qué categoría genera más incidencias o quién trabaja más.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solución: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CoreSupport</a:t>
            </a:r>
            <a:endParaRPr lang="es-ES" altLang="en-US" sz="4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7772400" cy="594360"/>
          </a:xfrm>
          <a:prstGeom prst="rect">
            <a:avLst/>
          </a:prstGeom>
          <a:solidFill>
            <a:srgbClr val="22223A"/>
          </a:solidFill>
          <a:ln w="12700">
            <a:solidFill>
              <a:srgbClr val="6C3F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Un sistema centralizado de tickets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7772400" cy="594360"/>
          </a:xfrm>
          <a:prstGeom prst="rect">
            <a:avLst/>
          </a:prstGeom>
          <a:solidFill>
            <a:srgbClr val="22223A"/>
          </a:solidFill>
          <a:ln w="12700">
            <a:solidFill>
              <a:srgbClr val="E040A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70048"/>
            <a:ext cx="73152" cy="59436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0048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Un único usuario para toda la empresa (LDAP)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7772400" cy="594360"/>
          </a:xfrm>
          <a:prstGeom prst="rect">
            <a:avLst/>
          </a:prstGeom>
          <a:solidFill>
            <a:srgbClr val="22223A"/>
          </a:solidFill>
          <a:ln w="12700">
            <a:solidFill>
              <a:srgbClr val="00BFA5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19856"/>
            <a:ext cx="73152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19856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Automatización total del flujo de incidencias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169664"/>
            <a:ext cx="7772400" cy="594360"/>
          </a:xfrm>
          <a:prstGeom prst="rect">
            <a:avLst/>
          </a:prstGeom>
          <a:solidFill>
            <a:srgbClr val="22223A"/>
          </a:solidFill>
          <a:ln w="12700">
            <a:solidFill>
              <a:srgbClr val="E8A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169664"/>
            <a:ext cx="73152" cy="59436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9664"/>
            <a:ext cx="7406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 Seguridad profesional con WAF y HTTPS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¿Cómo funciona?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6916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43000"/>
            <a:ext cx="457200" cy="45720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115568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El empleado abre el portal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7947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Accede a portal.empresa.local desde el navegador e introduce su usuario y contraseña corporativa.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64008" cy="169164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143000"/>
            <a:ext cx="457200" cy="457200"/>
          </a:xfrm>
          <a:prstGeom prst="ellipse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43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58968" y="1115568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Autenticación LDAP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1600200"/>
            <a:ext cx="37947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El sistema verifica las credenciales contra el directorio OpenLDAP. Un único usuario para todos los sistemas.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64008" cy="1691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063240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035808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Crea la incidencia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37947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Rellena título, descripción y categoría. La urgencia se asigna automáticamente según las palabras clave.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64008" cy="169164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3063240"/>
            <a:ext cx="457200" cy="457200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58968" y="3035808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El técnico recibe el aviso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3520440"/>
            <a:ext cx="37947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GLPI registra el ticket, lo asigna al grupo correcto y el técnico recibe un aviso en Telegram al instante.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Funcionalidades clave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🤖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Zero-Touch Ticketing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201168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Script Python que crea tickets automáticamente a través de la API REST sin intervención humana.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🧠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166420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Urgencia automática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01168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Analiza el texto del ticket con palabras clave y asigna la prioridad sin que el usuario elija.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43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📱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166420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Bot de Telegram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201168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El técnico recibe un aviso instantáneo en Telegram con todos los datos del ticket.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30632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🗂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358444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Asignación automática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" y="393192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Reglas de negocio en GLPI que enrutan el ticket al grupo correcto según la categoría.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632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☁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358444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Backup en la nube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93192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Copia de seguridad nocturna de la base de datos con subida automática a Dropbox via rclone.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743200" cy="1691640"/>
          </a:xfrm>
          <a:prstGeom prst="rect">
            <a:avLst/>
          </a:prstGeom>
          <a:solidFill>
            <a:srgbClr val="22223A"/>
          </a:solidFill>
          <a:ln w="12700">
            <a:solidFill>
              <a:srgbClr val="9B6F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0632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🌐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58444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DNS + HTTPS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3931920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</a:rPr>
              <a:t>Acceso por nombre de dominio (empresa.local) con comunicaciones cifradas mediante SSL.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Seguridad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7490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63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B6FE8"/>
                </a:solidFill>
              </a:rPr>
              <a:t>/100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10896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Hardening Index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Lynis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74904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6FE8"/>
                </a:solidFill>
              </a:rPr>
              <a:t>403 bloqueado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6FE8"/>
                </a:solidFill>
              </a:rPr>
              <a:t>ante ataques 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005840"/>
            <a:ext cx="6080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0058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051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ModSecurity WAF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32588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8"/>
                </a:solidFill>
              </a:rPr>
              <a:t>Bloquea ataques OWASP Top 10 antes de que lleguen a la aplicación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1755648"/>
            <a:ext cx="6080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1755648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180136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HTTPS + SSL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07568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8"/>
                </a:solidFill>
              </a:rPr>
              <a:t>Comunicaciones cifradas. Redirección automática HTTP → HTTPS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2505456"/>
            <a:ext cx="6080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34640" y="2505456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2551176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fail2ban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825496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8"/>
                </a:solidFill>
              </a:rPr>
              <a:t>Bloquea IPs que intentan acceder con contraseñas incorrectas repetidamente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3255264"/>
            <a:ext cx="6080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34640" y="3255264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30098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SSH Hardening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575304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8"/>
                </a:solidFill>
              </a:rPr>
              <a:t>MaxAuthTries 3, X11Forwarding desactivado, acceso root bloqueado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88920" y="4005072"/>
            <a:ext cx="6080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400507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29000" y="40507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Auditorías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325112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8"/>
                </a:solidFill>
              </a:rPr>
              <a:t>Lynis y Nikto verifican la configuración de seguridad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Stack tecnológico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8229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OpenLDAP 2.6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Directorio centralizado de usuarios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82296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7899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GLPI 10.0.16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Plataforma de gestión de incidencias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11680"/>
            <a:ext cx="64008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8483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Apache2 + PHP 8.3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Servidor web y backend de GLPI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11680"/>
            <a:ext cx="64008" cy="82296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8483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MariaDB 10.11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4505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Base de datos relacional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64008" cy="8229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9067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Python 3.12 + Flask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Portal web y scripts de automatización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17520"/>
            <a:ext cx="64008" cy="82296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9067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ModSecurity + OWASP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4564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Web Application Firewall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23360"/>
            <a:ext cx="64008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BIND9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46227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Servidor DNS interno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23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4023360"/>
            <a:ext cx="64008" cy="82296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096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rclone 1.74.1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446227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88"/>
                </a:solidFill>
              </a:rPr>
              <a:t>Backup automático a Dropbox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Resultados obtenidos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3716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13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Objetivos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cumplidos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371600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Capas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seguridad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63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Hardening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Index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37160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100%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Automatización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 tickets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6032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Sistema de ticketing empresarial completo y funcional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90088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Autenticación centralizada LDAP para todos los sistemas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19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Backup nocturno automático con copia en Dropbox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49624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49624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Urgencia automática por análisis de palabras clave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79392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Bot de Telegram con avisos en tiempo real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solidFill>
            <a:srgbClr val="1E1E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 Acceso seguro por dominio con HTTPS cifrado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3204</Words>
  <Application>WPS Presentation</Application>
  <PresentationFormat>On-screen Show (16:9)</PresentationFormat>
  <Paragraphs>227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IncidenceHub - Portal de Gestión de Incidencias</dc:title>
  <dc:creator>PptxGenJS</dc:creator>
  <dc:subject>PptxGenJS Presentation</dc:subject>
  <cp:lastModifiedBy>Salmeroncitoo</cp:lastModifiedBy>
  <cp:revision>7</cp:revision>
  <dcterms:created xsi:type="dcterms:W3CDTF">2026-05-28T22:25:00Z</dcterms:created>
  <dcterms:modified xsi:type="dcterms:W3CDTF">2026-06-04T09:22:07Z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3082-12.1.0.26880</vt:lpwstr>
  </property>
  <property fmtid="{D5CDD505-2E9C-101B-9397-08002B2CF9AE}" pid="3" name="ICV">
    <vt:lpwstr>D8FD449CBB88417EA271ED34371603B5_13</vt:lpwstr>
  </property>
</Properties>
</file>